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E8D2"/>
                </a:solidFill>
                <a:latin typeface="Calibri"/>
              </a:rPr>
              <a:t>COLLEGE PROJECT  ·  SIGN LANGUAGE TRANSLATOR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Georgia"/>
              </a:rPr>
              <a:t>Vani-Setu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7ECEE"/>
                </a:solidFill>
                <a:latin typeface="Calibri"/>
              </a:rPr>
              <a:t>voice-bridge  —  real-time ASL and ISL from a laptop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50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Live   vani-setu.onrender.com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7ECEE"/>
                </a:solidFill>
                <a:latin typeface="Calibri"/>
              </a:rPr>
              <a:t>Camera  →  MediaPipe landmarks  →  SVM / pose rules  →  sentence, speech, 25+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7F"/>
                </a:solidFill>
                <a:latin typeface="Calibri"/>
              </a:rPr>
              <a:t>12 slides  ·  product  ·  stack  ·  features  · 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WHY THIS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The communication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62456"/>
            <a:ext cx="1093622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8484E"/>
                </a:solidFill>
                <a:latin typeface="Calibri"/>
              </a:rPr>
              <a:t>Independence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D4F52"/>
                </a:solidFill>
                <a:latin typeface="Calibri"/>
              </a:rPr>
              <a:t>Deaf and hard-of-hearing people often need a human interpreter for everyday talk. A laptop camera can sit in between.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47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62656"/>
            <a:ext cx="1093622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8484E"/>
                </a:solidFill>
                <a:latin typeface="Calibri"/>
              </a:rPr>
              <a:t>Classroom need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D4F52"/>
                </a:solidFill>
                <a:latin typeface="Calibri"/>
              </a:rPr>
              <a:t>A college demo that is honest: one hand, live video, letters and short phrases — not a fake ‘full language’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1247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73152" cy="146304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562856"/>
            <a:ext cx="1093622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8484E"/>
                </a:solidFill>
                <a:latin typeface="Calibri"/>
              </a:rPr>
              <a:t>Local first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D4F52"/>
                </a:solidFill>
                <a:latin typeface="Calibri"/>
              </a:rPr>
              <a:t>Works on localhost for a viva. Same app is also live on HTTPS so a judge can open a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7F"/>
                </a:solidFill>
                <a:latin typeface="Calibri"/>
              </a:rPr>
              <a:t>Name: Vani-Setu  —  Sanskrit-inspired “voice-bridge”.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What Vani-Setu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52"/>
                </a:solidFill>
                <a:latin typeface="Calibri"/>
              </a:rPr>
              <a:t>A Flask web app. The camera stays in the browser. The server classifies, translates, and stores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5623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781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484E"/>
                </a:solidFill>
                <a:latin typeface="Georgia"/>
              </a:rPr>
              <a:t>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Laptop webcam + MediaPipe tracks 21 points on one hand. Tracking never leaves the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623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781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484E"/>
                </a:solidFill>
                <a:latin typeface="Georgia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Spell mode: A–Z via an RBF SVM. Phrase / ISL: classroom poses via finger-geometry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5623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781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484E"/>
                </a:solidFill>
                <a:latin typeface="Georgia"/>
              </a:rPr>
              <a:t>Speak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Build a sentence, hear it (Web Speech API), translate into 25+ languages. Hindi has an offline fallback.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86200"/>
            <a:ext cx="56235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781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484E"/>
                </a:solidFill>
                <a:latin typeface="Georgia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Practice mode scores letters. Record samples and retrain the SVM from the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IN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2788920" cy="73152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444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Spell A–Z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SVM on 63-D landmarks, ~95.1% held-out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788920" cy="73152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444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Phrase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Hello, Yes, OK, Peace, I Love You…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788920" cy="73152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444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ISL classroom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Namaste, Thank You, Water, Help…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788920" cy="73152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1444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Confidence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Live probability while spelling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88036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880360"/>
            <a:ext cx="2788920" cy="73152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136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Word chips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Tap a suggestion to finish a 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88036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880360"/>
            <a:ext cx="2788920" cy="73152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3136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Practice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Prompted letters + score / streak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88036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880360"/>
            <a:ext cx="2788920" cy="73152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136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Translate + Speak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25+ languages, Hindi offline backup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288036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2880360"/>
            <a:ext cx="2788920" cy="73152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3136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Sign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On-screen pose hints for the demo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57200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72000"/>
            <a:ext cx="2788920" cy="7315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828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Record + Retrain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Collect samples; hot-reload the model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457200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4572000"/>
            <a:ext cx="2788920" cy="7315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2152" y="4828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Password login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Hashed accounts in SQLite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57200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572000"/>
            <a:ext cx="2788920" cy="7315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4828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Guest login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2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Skip accounts on the public URL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4572000"/>
            <a:ext cx="2788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9720" y="4572000"/>
            <a:ext cx="2788920" cy="7315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54312" y="4828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Health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54312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2"/>
                </a:solidFill>
                <a:latin typeface="Calibri"/>
              </a:rPr>
              <a:t>/api/health before a viva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Three modes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611880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611880" cy="128016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5F66"/>
                </a:solidFill>
                <a:latin typeface="Calibri"/>
              </a:rPr>
              <a:t>SPELL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C7F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92D"/>
                </a:solidFill>
                <a:latin typeface="Calibri"/>
              </a:rPr>
              <a:t>Fingerspelling A–Z.
RBF SVM on 2,122 samples.
0.50 confidence floor +
multi-frame voting.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34440"/>
            <a:ext cx="3611880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11880" cy="128016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7816"/>
                </a:solidFill>
                <a:latin typeface="Calibri"/>
              </a:rPr>
              <a:t>PHRASE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C7F"/>
                </a:solidFill>
                <a:latin typeface="Calibri"/>
              </a:rPr>
              <a:t>Rule-based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92D"/>
                </a:solidFill>
                <a:latin typeface="Calibri"/>
              </a:rPr>
              <a:t>Whole words from one-hand geometry.
Hello, Stop, Good, Yes, No,
I Love You, Peace, OK…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611880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34440"/>
            <a:ext cx="3611880" cy="128016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4D"/>
                </a:solidFill>
                <a:latin typeface="Calibri"/>
              </a:rPr>
              <a:t>ISL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11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C7F"/>
                </a:solidFill>
                <a:latin typeface="Calibri"/>
              </a:rPr>
              <a:t>Classroom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6032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92D"/>
                </a:solidFill>
                <a:latin typeface="Calibri"/>
              </a:rPr>
              <a:t>Simplified single-hand signs
for teaching — not a certified
ISL lexicon. Switch US /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Tech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788920" cy="45720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288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HTML5  ·  CSS3  ·  vanilla JS
Google Fonts (Fraunces / Sora)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88920" cy="45720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2618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8288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MediaPipe Hand Landmarker
getUserMedia camera in-browser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88920" cy="45720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2618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8288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Python 3  ·  Flask  ·  Flask-CORS
Gunicorn on the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1887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188720"/>
            <a:ext cx="2788920" cy="45720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2618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8288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scikit-learn RBF SVM  ·  joblib
pandas  ·  matplotlib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65760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2788920" cy="4572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30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976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Flask-SQLAlchemy  ·  Werkzeug
SQLite  ·  optional Postgres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65760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657600"/>
            <a:ext cx="2788920" cy="4572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730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Speech &amp;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42976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Web Speech API
deep-translator  ·  Hindi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5760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2788920" cy="4572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730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2976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ASL Now landmarks (MIT)
63-D wrist-relative features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65760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657600"/>
            <a:ext cx="2788920" cy="4572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3730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2976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292D"/>
                </a:solidFill>
                <a:latin typeface="Calibri"/>
              </a:rPr>
              <a:t>run.sh on localhost
Render HTTPS  · 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How the pieces 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26060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5F66"/>
                </a:solidFill>
                <a:latin typeface="Calibr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4F52"/>
                </a:solidFill>
                <a:latin typeface="Calibri"/>
              </a:rPr>
              <a:t>HTML / CSS / JS
MediaPipe 21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781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25880"/>
            <a:ext cx="26060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630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5F66"/>
                </a:solidFill>
                <a:latin typeface="Calibri"/>
              </a:rPr>
              <a:t>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659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4F52"/>
                </a:solidFill>
                <a:latin typeface="Calibri"/>
              </a:rPr>
              <a:t>/api/classify
/api/translate
/api/login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781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25880"/>
            <a:ext cx="26060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5F66"/>
                </a:solidFill>
                <a:latin typeface="Calibri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4F52"/>
                </a:solidFill>
                <a:latin typeface="Calibri"/>
              </a:rPr>
              <a:t>SVM  ·  Spell
Rules  ·  Phrase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781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25880"/>
            <a:ext cx="260604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4630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5F66"/>
                </a:solidFill>
                <a:latin typeface="Calibri"/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9659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4F52"/>
                </a:solidFill>
                <a:latin typeface="Calibri"/>
              </a:rPr>
              <a:t>SQLite users
joblib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749039"/>
            <a:ext cx="11338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2219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▸  Landmarks are computed on-device. Only a 63-D vector is posted for Spell.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389119"/>
            <a:ext cx="11338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▸  Phrase / ISL stay rule-based unless you record phrase samples.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029199"/>
            <a:ext cx="11338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▸  Session after login is sessionStorage — a demo gate, not bank-grade auth.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669278"/>
            <a:ext cx="11338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4243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▸  Public camera needs HTTPS. That is why the live site is on Render.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WHY THIS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Spell-mode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52"/>
                </a:solidFill>
                <a:latin typeface="Calibri"/>
              </a:rPr>
              <a:t>Same 63-D features, five models. SVM won on a held-out split — not by preference.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7589520" cy="50292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19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5-fold 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76272"/>
            <a:ext cx="7589520" cy="502920"/>
          </a:xfrm>
          <a:prstGeom prst="rect">
            <a:avLst/>
          </a:prstGeom>
          <a:solidFill>
            <a:srgbClr val="D7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SVM (RBF)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49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95.1%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494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8484E"/>
                </a:solidFill>
                <a:latin typeface="Calibri"/>
              </a:rPr>
              <a:t>94.1%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06624"/>
            <a:ext cx="7589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797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7797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94.0%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797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92.5%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36975"/>
            <a:ext cx="7589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1012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310127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88.1%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1012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87.9%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67328"/>
            <a:ext cx="7589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K-Nearest Neighbours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40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85.7%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0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84.9%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97680"/>
            <a:ext cx="7589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08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Decision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3708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74.6%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70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92D"/>
                </a:solidFill>
                <a:latin typeface="Calibri"/>
              </a:rPr>
              <a:t>74.8%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645920"/>
            <a:ext cx="338328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5F66"/>
                </a:solidFill>
                <a:latin typeface="Calibri"/>
              </a:rPr>
              <a:t>Live filters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2,122 letter samples, A–Z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Confidence floor 0.50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Keeps ~96% of correct 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Rejects ~69% of errors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Multi-frame voting on 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800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92D"/>
                </a:solidFill>
                <a:latin typeface="Calibri"/>
              </a:rPr>
              <a:t>•  Dataset: ASL Now (MIT)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ACCOUNTS &amp; SHIPPING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Login and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7784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77840" cy="502920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Localhost (viva)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92D"/>
                </a:solidFill>
                <a:latin typeface="Calibri"/>
              </a:rPr>
              <a:t>AUTH_MODE=password
Email + hashed password
SQLite file users.db
http://127.0.0.1:5001
./run.sh  —  port 5001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57784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502920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Public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292D"/>
                </a:solidFill>
                <a:latin typeface="Calibri"/>
              </a:rPr>
              <a:t>AUTH_MODE=guest
Continue as guest
HTTPS on Render
vani-setu.onrender.com
Gunicorn  ·  0.0.0.0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471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No MongoDB. No paid SMS. Optional Postgres via DATABASE_URL.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Free Render sleeps after idle time — first open can take ~1 minute. Letter CSV is not on the host, so Retrain belongs on localhost. Spell still uses the shipped SVM.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SHOW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Demo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vani-setu.onrender.com
or localhost:5001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3444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Continue as guest
or Create account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14630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Camera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Start camera
allow the browser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931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77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Spell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Hold L, V, W, B
watch confidence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3931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977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977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6634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Hello / Peace / OK
then Speak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611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3931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977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977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484E"/>
                </a:solidFill>
                <a:latin typeface="Calibri"/>
              </a:rPr>
              <a:t>Extra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6634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52"/>
                </a:solidFill>
                <a:latin typeface="Calibri"/>
              </a:rPr>
              <a:t>Word chips, Practice,
Sign Guide, Logout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Vani-Setu  ·  voice-bridge  ·  vani-setu.onrender.com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5F66"/>
                </a:solidFill>
                <a:latin typeface="Calibri"/>
              </a:rPr>
              <a:t>SAY THIS IN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484E"/>
                </a:solidFill>
                <a:latin typeface="Georgia"/>
              </a:rPr>
              <a:t>Honest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One hand, mostly static poses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Motion letters J and Z are weak. No two-handed ISL.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Fingerspelling ≠ full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Spell ML is ASL letters, not a sign-language corpus.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ISL is a teaching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Classroom approximation, not a certified lexicon.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632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Phrase is rule-based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Until you record landmarks_phrases.csv.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8056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Camera needs HTTPS off localhost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Browsers block webcam on public http://.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480560"/>
            <a:ext cx="5623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70916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484E"/>
                </a:solidFill>
                <a:latin typeface="Calibri"/>
              </a:rPr>
              <a:t>Demo accounts, not production 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6636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2"/>
                </a:solidFill>
                <a:latin typeface="Calibri"/>
              </a:rPr>
              <a:t>sessionStorage after login; Render disk is ephemeral.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7ECEE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Live     vani-setu.onrender.com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Code     github.com/ShadowAN-AB/Vani_Setu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Local    ./run.sh   →   http://127.0.0.1:5001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7ECEE"/>
                </a:solidFill>
                <a:latin typeface="Calibri"/>
              </a:rPr>
              <a:t>Vani-Setu  ·  MediaPipe + Flask + RBF SVM  ·  95.1% letters  ·  one honest classroom translator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7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